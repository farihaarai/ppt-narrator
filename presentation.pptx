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42212CC-251A-43AE-B4DD-F656E25FF3A5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Hello everyone!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Welcome to this short test presentation.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 this session, we will go through a few basic slides to test PowerPoint functionality and speaker notes.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40EC96F-0BA2-462D-9933-700A7666D9CA}" type="slidenum"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This slide explains the purpose of this presentation.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We are using it to test how PowerPoint speaker notes can be converted into audio.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It’s short, simple, and perfect for practice.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088527B-334C-4936-BCB9-E5658768F5E1}" type="slidenum"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Img"/>
          </p:nvPr>
        </p:nvSpPr>
        <p:spPr>
          <a:xfrm>
            <a:off x="380880" y="694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Thank you for viewing this short presentation.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I hope this helped you test your PowerPoint-to-audio setup successfully.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Have a great day!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D7568B-AD14-4D06-9620-2FFCEF6F8D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33E8FE-C8DD-40EE-B011-2DF524EC7D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4FEE94-5A23-4C1C-91BE-E00F84A5FD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8A6D3C-EBAF-423D-94D0-E70597EB27E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7C2A10-5CE6-4BA4-B2E1-913E5F3D427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53EF53-9ABD-4161-9FDE-A987E9390DB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662FB6-975B-44E0-809E-1EF65F18256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BB7522-29BF-46F5-A106-2C3884FC37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F4D1D3-88A6-40F7-B121-C284EBC4E43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FAEA6A-25B1-4F1C-96F1-C34CF8B77B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439645-E7AA-4D92-98B8-C0FE2E082B4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D4C34C-A05F-4249-B957-6FBD6490A3B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B3229A-28C8-4052-825F-48B7E41CA9D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610400-682A-43FD-A94B-A2A57B704E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5DC851-3DD4-40E5-9DDD-E1AEFEB48B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891B45-350E-49CF-9B76-95550D1442B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52AE89-9AAF-434E-926C-2F82385AA15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488544-D9E0-4F11-B5AE-26FD7331DAC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32F595-FEE6-4646-996C-4D48AB4B16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F4C118-CDA2-4D8E-B9FA-27E1190445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F8C89D-EFE7-4DBB-AA4F-137215EC8A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67070D-0B18-4937-BDCB-58DB5390DFE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5FE6EE-9955-4185-ACDA-E7C42E6FEEE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0C7D8B-F826-465F-AB1B-AFF05CBBE5B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GB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IN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8304A85-B33C-42E5-9898-79714F1E8199}" type="slidenum">
              <a:rPr b="0" lang="en-IN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IN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B697FDC-BBCA-44CB-9DEF-3D25E46A7A83}" type="slidenum">
              <a:rPr b="0" lang="en-IN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 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Welcome to the Presentation</a:t>
            </a:r>
            <a:br>
              <a:rPr sz="6000"/>
            </a:b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1022400" y="3017520"/>
            <a:ext cx="10187280" cy="85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A Simple PowerPoint Test friends</a:t>
            </a:r>
            <a:endParaRPr b="0" lang="en-IN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Welcome to the next page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2340000" y="2520000"/>
            <a:ext cx="7740000" cy="239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About This Test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This is a simple PowerPoint file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It contains three slides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Each slide has speaker notes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Used for testing TTS or narration features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680000" y="4748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Thank You!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4104720" y="3014640"/>
            <a:ext cx="4022640" cy="858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That’s the end of our test presentation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Thank you for listening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LibreOffice/7.5.7.1$Windows_X86_64 LibreOffice_project/47eb0cf7efbacdee9b19ae25d6752381ede23126</Application>
  <AppVersion>15.0000</AppVersion>
  <Words>19</Words>
  <Paragraphs>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2025-11-12T10:02:25Z</dcterms:created>
  <dc:creator>Kaushik Mandal</dc:creator>
  <dc:description/>
  <dc:language>en-IN</dc:language>
  <cp:lastModifiedBy/>
  <dcterms:modified xsi:type="dcterms:W3CDTF">2025-11-13T13:03:42Z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Widescreen</vt:lpwstr>
  </property>
  <property fmtid="{D5CDD505-2E9C-101B-9397-08002B2CF9AE}" pid="4" name="Slides">
    <vt:i4>2</vt:i4>
  </property>
</Properties>
</file>